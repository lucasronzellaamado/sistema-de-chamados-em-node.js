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DE CONCLUSÃO  ·  HELP DESK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Organização, rastreabilidade e controle do atendimento de TI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 ·  Express  ·  SQLite  ·  EJS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ver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origem do problema até o impacto na empresa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  ·  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694944"/>
          </a:xfrm>
          <a:prstGeom prst="roundRect">
            <a:avLst>
              <a:gd name="adj" fmla="val 18421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38528"/>
            <a:ext cx="658368" cy="65836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688" y="2096536"/>
            <a:ext cx="342351" cy="3423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2011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2011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atendimento de TI costuma funcionar sem sistema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2761488"/>
            <a:ext cx="10881360" cy="694944"/>
          </a:xfrm>
          <a:prstGeom prst="roundRect">
            <a:avLst>
              <a:gd name="adj" fmla="val 18421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2779776"/>
            <a:ext cx="658368" cy="65836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688" y="2937784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83080" y="28529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4688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126480" y="28529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o Painel de Chamados e para quem ele serve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" y="3602736"/>
            <a:ext cx="10881360" cy="694944"/>
          </a:xfrm>
          <a:prstGeom prst="roundRect">
            <a:avLst>
              <a:gd name="adj" fmla="val 18421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68680" y="3621024"/>
            <a:ext cx="658368" cy="65836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688" y="3779032"/>
            <a:ext cx="342351" cy="34235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783080" y="369417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2468880" y="36941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126480" y="36941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Perfis, ciclo do chamado e funcionalidades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40080" y="4443984"/>
            <a:ext cx="10881360" cy="694944"/>
          </a:xfrm>
          <a:prstGeom prst="roundRect">
            <a:avLst>
              <a:gd name="adj" fmla="val 18421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68680" y="4462272"/>
            <a:ext cx="658368" cy="65836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688" y="4620280"/>
            <a:ext cx="342351" cy="34235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783080" y="453542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2468880" y="45354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e qualidade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6126480" y="453542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reforçado e como o sistema é testado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640080" y="5285232"/>
            <a:ext cx="10881360" cy="694944"/>
          </a:xfrm>
          <a:prstGeom prst="roundRect">
            <a:avLst>
              <a:gd name="adj" fmla="val 18421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68680" y="5303520"/>
            <a:ext cx="658368" cy="65836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688" y="5461528"/>
            <a:ext cx="342351" cy="342351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783080" y="53766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2468880" y="5376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empresa</a:t>
            </a:r>
            <a:endParaRPr lang="en-US" sz="1800" dirty="0"/>
          </a:p>
        </p:txBody>
      </p:sp>
      <p:sp>
        <p:nvSpPr>
          <p:cNvPr id="34" name="Text 27"/>
          <p:cNvSpPr txBox="1"/>
          <p:nvPr/>
        </p:nvSpPr>
        <p:spPr>
          <a:xfrm>
            <a:off x="6126480" y="53766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muda, como implantar e os próximos passos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problema: atendimento de TI sem controle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maioria das empresas, o pedido de ajuda chega por caminhos informais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  ·  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94560"/>
            <a:ext cx="658368" cy="65836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FF5C7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408" y="2352568"/>
            <a:ext cx="342351" cy="3423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2240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espalhados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27889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E-mails, mensagens e ligações em canais diferentes, sem um lugar único.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920240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2194560"/>
            <a:ext cx="658368" cy="65836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FF5C7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528" y="235256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0" y="2240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registro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0" y="27889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fica documentado. Ninguém sabe o que já foi tentado.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4023360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4400" y="4297680"/>
            <a:ext cx="658368" cy="65836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FF5C7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08" y="4455688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83080" y="4343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sabe o status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783080" y="4892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pergunta várias vezes e a equipe perde tempo respondendo.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172200" y="4023360"/>
            <a:ext cx="5349240" cy="1874520"/>
          </a:xfrm>
          <a:prstGeom prst="roundRect">
            <a:avLst>
              <a:gd name="adj" fmla="val 6829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46520" y="4297680"/>
            <a:ext cx="658368" cy="65836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FF5C7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528" y="4455688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15200" y="4343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Dependência de pessoas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7315200" y="4892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quem resolvia sai de férias, o conhecimento some com ela.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de não ter um sistema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Problemas que aparecem todo mês, mesmo quando ninguém percebe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  ·  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74720" cy="1828800"/>
          </a:xfrm>
          <a:prstGeom prst="roundRect">
            <a:avLst>
              <a:gd name="adj" fmla="val 7000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7627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3" y="2321113"/>
            <a:ext cx="313822" cy="3138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perdida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Soluções e contexto ficam presos em conversas particulares.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1920240"/>
            <a:ext cx="3474720" cy="1828800"/>
          </a:xfrm>
          <a:prstGeom prst="roundRect">
            <a:avLst>
              <a:gd name="adj" fmla="val 7000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9432" y="217627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273" y="232111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99432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Demora sem explicação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99432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Chamados esquecidos, sem responsável e sem previsão.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46720" y="1920240"/>
            <a:ext cx="3474720" cy="1828800"/>
          </a:xfrm>
          <a:prstGeom prst="roundRect">
            <a:avLst>
              <a:gd name="adj" fmla="val 7000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02752" y="217627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593" y="232111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02752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 difusa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302752" y="3246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viram o problema, ninguém assume a resolução.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0080" y="3977640"/>
            <a:ext cx="3474720" cy="1828800"/>
          </a:xfrm>
          <a:prstGeom prst="roundRect">
            <a:avLst>
              <a:gd name="adj" fmla="val 7000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6112" y="423367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953" y="43785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96112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no escuro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896112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gestão não sabe onde o tempo do time está sendo gasto.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343400" y="3977640"/>
            <a:ext cx="3474720" cy="1828800"/>
          </a:xfrm>
          <a:prstGeom prst="roundRect">
            <a:avLst>
              <a:gd name="adj" fmla="val 7000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99432" y="423367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4273" y="4378513"/>
            <a:ext cx="313822" cy="31382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99432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de segurança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4599432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Arquivos e dados sensíveis circulam por canais sem controle.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046720" y="3977640"/>
            <a:ext cx="3474720" cy="1828800"/>
          </a:xfrm>
          <a:prstGeom prst="roundRect">
            <a:avLst>
              <a:gd name="adj" fmla="val 7000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02752" y="423367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7593" y="4378513"/>
            <a:ext cx="313822" cy="31382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302752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Retrabalho constante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8302752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problema é resolvido de novo, porque a solução nunca foi registrada.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solução: Painel de Chamados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sistema web único para abrir, acompanhar, atender e medir cada solicitação de TI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  ·  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74720" cy="3566160"/>
          </a:xfrm>
          <a:prstGeom prst="roundRect">
            <a:avLst>
              <a:gd name="adj" fmla="val 3684"/>
            </a:avLst>
          </a:prstGeom>
          <a:solidFill>
            <a:srgbClr val="121A2E"/>
          </a:solidFill>
          <a:ln w="12700">
            <a:solidFill>
              <a:srgbClr val="00E0FF"/>
            </a:solidFill>
            <a:prstDash val="solid"/>
          </a:ln>
          <a:effectLst>
            <a:outerShdw sx="100000" sy="100000" kx="0" ky="0" algn="bl" rotWithShape="0" blurRad="177800" dist="50800" dir="16200000">
              <a:srgbClr val="00E0F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77440"/>
            <a:ext cx="777240" cy="777240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658" y="2563978"/>
            <a:ext cx="404165" cy="40416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Centralizar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0233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solicitação entra por um único lugar, com protocolo próprio (CH-000123).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43400" y="2011680"/>
            <a:ext cx="3474720" cy="3566160"/>
          </a:xfrm>
          <a:prstGeom prst="roundRect">
            <a:avLst>
              <a:gd name="adj" fmla="val 3684"/>
            </a:avLst>
          </a:prstGeom>
          <a:solidFill>
            <a:srgbClr val="121A2E"/>
          </a:solidFill>
          <a:ln w="12700">
            <a:solidFill>
              <a:srgbClr val="00E0FF"/>
            </a:solidFill>
            <a:prstDash val="solid"/>
          </a:ln>
          <a:effectLst>
            <a:outerShdw sx="100000" sy="100000" kx="0" ky="0" algn="bl" rotWithShape="0" blurRad="177800" dist="50800" dir="16200000">
              <a:srgbClr val="00E0F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377440"/>
            <a:ext cx="777240" cy="777240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978" y="256397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40233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e equipe veem o status, a conversa e o histórico completo do chamado.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046720" y="2011680"/>
            <a:ext cx="3474720" cy="3566160"/>
          </a:xfrm>
          <a:prstGeom prst="roundRect">
            <a:avLst>
              <a:gd name="adj" fmla="val 3684"/>
            </a:avLst>
          </a:prstGeom>
          <a:solidFill>
            <a:srgbClr val="121A2E"/>
          </a:solidFill>
          <a:ln w="12700">
            <a:solidFill>
              <a:srgbClr val="00E0FF"/>
            </a:solidFill>
            <a:prstDash val="solid"/>
          </a:ln>
          <a:effectLst>
            <a:outerShdw sx="100000" sy="100000" kx="0" ky="0" algn="bl" rotWithShape="0" blurRad="177800" dist="50800" dir="16200000">
              <a:srgbClr val="00E0FF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2377440"/>
            <a:ext cx="777240" cy="777240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3298" y="256397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3429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40233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para assumir e tempo total ficam registrados em cada atendimento.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perfis, três níveis de acesso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pessoa vê apenas o que precisa para o seu papel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  ·  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74720" cy="4160520"/>
          </a:xfrm>
          <a:prstGeom prst="roundRect">
            <a:avLst>
              <a:gd name="adj" fmla="val 3684"/>
            </a:avLst>
          </a:prstGeom>
          <a:solidFill>
            <a:srgbClr val="121A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94560"/>
            <a:ext cx="713232" cy="713232"/>
          </a:xfrm>
          <a:prstGeom prst="ellipse">
            <a:avLst/>
          </a:prstGeom>
          <a:solidFill>
            <a:srgbClr val="0F2238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576" y="2365736"/>
            <a:ext cx="370881" cy="37088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20040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chamados e escolhe o assunto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 o status e a conversa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 anexos e responde a equipe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somente os próprios chamados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43400" y="1920240"/>
            <a:ext cx="3474720" cy="4160520"/>
          </a:xfrm>
          <a:prstGeom prst="roundRect">
            <a:avLst>
              <a:gd name="adj" fmla="val 3684"/>
            </a:avLst>
          </a:prstGeom>
          <a:solidFill>
            <a:srgbClr val="121A2E"/>
          </a:solidFill>
          <a:ln w="12700">
            <a:solidFill>
              <a:srgbClr val="00E0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194560"/>
            <a:ext cx="713232" cy="713232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896" y="2365736"/>
            <a:ext cx="370881" cy="37088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20040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Atende chamados do próprio setor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Assume, muda status e prioridade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notas internas (o cliente não vê)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acessa chamados de outros setores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46720" y="1920240"/>
            <a:ext cx="3474720" cy="4160520"/>
          </a:xfrm>
          <a:prstGeom prst="roundRect">
            <a:avLst>
              <a:gd name="adj" fmla="val 3684"/>
            </a:avLst>
          </a:prstGeom>
          <a:solidFill>
            <a:srgbClr val="12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2194560"/>
            <a:ext cx="713232" cy="713232"/>
          </a:xfrm>
          <a:prstGeom prst="ellipse">
            <a:avLst/>
          </a:prstGeom>
          <a:solidFill>
            <a:srgbClr val="0F2238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216" y="2365736"/>
            <a:ext cx="370881" cy="37088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8972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20040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todos os chamados e setores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Transfere chamados entre setores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 responsáveis e tempos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 a operação como um todo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 de um chamado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etapa muda o status e fica registrada no histórico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  ·  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79576" y="2240280"/>
            <a:ext cx="1097280" cy="1097280"/>
          </a:xfrm>
          <a:prstGeom prst="ellipse">
            <a:avLst/>
          </a:prstGeom>
          <a:solidFill>
            <a:srgbClr val="0F2238"/>
          </a:solidFill>
          <a:ln w="19050">
            <a:solidFill>
              <a:srgbClr val="00E0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25146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5661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93192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registra o problema e escolhe o assunto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50008" y="2788920"/>
            <a:ext cx="932688" cy="0"/>
          </a:xfrm>
          <a:prstGeom prst="line">
            <a:avLst/>
          </a:prstGeom>
          <a:noFill/>
          <a:ln w="19050">
            <a:solidFill>
              <a:srgbClr val="00E0FF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55848" y="2240280"/>
            <a:ext cx="1097280" cy="1097280"/>
          </a:xfrm>
          <a:prstGeom prst="ellipse">
            <a:avLst/>
          </a:prstGeom>
          <a:solidFill>
            <a:srgbClr val="0F2238"/>
          </a:solidFill>
          <a:ln w="19050">
            <a:solidFill>
              <a:srgbClr val="00E0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25146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07792" y="35661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andamento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907792" y="393192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assume e começa o atendimento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26280" y="2788920"/>
            <a:ext cx="932688" cy="0"/>
          </a:xfrm>
          <a:prstGeom prst="line">
            <a:avLst/>
          </a:prstGeom>
          <a:noFill/>
          <a:ln w="19050">
            <a:solidFill>
              <a:srgbClr val="00E0FF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532120" y="2240280"/>
            <a:ext cx="1097280" cy="1097280"/>
          </a:xfrm>
          <a:prstGeom prst="ellipse">
            <a:avLst/>
          </a:prstGeom>
          <a:solidFill>
            <a:srgbClr val="0F2238"/>
          </a:solidFill>
          <a:ln w="19050">
            <a:solidFill>
              <a:srgbClr val="00E0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5146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084064" y="35661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Aguardando cliente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084064" y="393192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 precisa de uma informação do cliente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702552" y="2788920"/>
            <a:ext cx="932688" cy="0"/>
          </a:xfrm>
          <a:prstGeom prst="line">
            <a:avLst/>
          </a:prstGeom>
          <a:noFill/>
          <a:ln w="19050">
            <a:solidFill>
              <a:srgbClr val="00E0FF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708392" y="2240280"/>
            <a:ext cx="1097280" cy="1097280"/>
          </a:xfrm>
          <a:prstGeom prst="ellipse">
            <a:avLst/>
          </a:prstGeom>
          <a:solidFill>
            <a:srgbClr val="0F2238"/>
          </a:solidFill>
          <a:ln w="19050">
            <a:solidFill>
              <a:srgbClr val="34D39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712" y="251460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0336" y="35661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Resolvido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260336" y="393192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aplicada e confirmada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878824" y="2788920"/>
            <a:ext cx="932688" cy="0"/>
          </a:xfrm>
          <a:prstGeom prst="line">
            <a:avLst/>
          </a:prstGeom>
          <a:noFill/>
          <a:ln w="19050">
            <a:solidFill>
              <a:srgbClr val="00E0FF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9884664" y="2240280"/>
            <a:ext cx="1097280" cy="1097280"/>
          </a:xfrm>
          <a:prstGeom prst="ellipse">
            <a:avLst/>
          </a:prstGeom>
          <a:solidFill>
            <a:srgbClr val="0F2238"/>
          </a:solidFill>
          <a:ln w="19050">
            <a:solidFill>
              <a:srgbClr val="9FB3C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2514600"/>
            <a:ext cx="548640" cy="5486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436608" y="35661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Fechado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9436608" y="3931920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Encerrado com registro final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40080" y="5029200"/>
            <a:ext cx="10881360" cy="960120"/>
          </a:xfrm>
          <a:prstGeom prst="roundRect">
            <a:avLst>
              <a:gd name="adj" fmla="val 13333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914400" y="5257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Reabertura: um chamado resolvido pode voltar a "Em andamento" e a data de fechamento é limpa automaticamente.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principais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sistema já faz hoje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  ·  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5603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075688"/>
            <a:ext cx="566928" cy="56692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311" y="2211751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41248" y="2770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automático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1363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chamado recebe um número único, como CH-000123.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874520"/>
            <a:ext cx="25603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84448" y="2075688"/>
            <a:ext cx="566928" cy="56692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511" y="2211751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84448" y="2770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Assuntos pré-prontos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84448" y="31363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assuntos por setor, para o cliente escolher com rapidez.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1874520"/>
            <a:ext cx="25603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27648" y="2075688"/>
            <a:ext cx="566928" cy="56692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711" y="2211751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27648" y="2770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327648" y="31363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Prints, PDFs e documentos enviados junto ao chamado.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869680" y="1874520"/>
            <a:ext cx="25603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070848" y="2075688"/>
            <a:ext cx="566928" cy="56692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6911" y="2211751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070848" y="2770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070848" y="31363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 de mensagens entre cliente e equipe no mesmo lugar.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40080" y="3977640"/>
            <a:ext cx="25603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41248" y="4178808"/>
            <a:ext cx="566928" cy="56692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311" y="4314871"/>
            <a:ext cx="294803" cy="29480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41248" y="4873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internas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841248" y="5239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Observações visíveis só para a equipe de TI.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3383280" y="3977640"/>
            <a:ext cx="25603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584448" y="4178808"/>
            <a:ext cx="566928" cy="56692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0511" y="4314871"/>
            <a:ext cx="294803" cy="29480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584448" y="4873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Prioridades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3584448" y="5239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Baixa, média, alta ou urgente, com alteração registrada.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126480" y="3977640"/>
            <a:ext cx="25603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327648" y="4178808"/>
            <a:ext cx="566928" cy="56692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3711" y="4314871"/>
            <a:ext cx="294803" cy="294803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327648" y="4873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Transferência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6327648" y="5239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Chamado pode mudar de setor, com motivo registrado.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8869680" y="3977640"/>
            <a:ext cx="25603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070848" y="4178808"/>
            <a:ext cx="566928" cy="566928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6911" y="4314871"/>
            <a:ext cx="294803" cy="294803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070848" y="4873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completo</a:t>
            </a:r>
            <a:endParaRPr lang="en-US" sz="1500" dirty="0"/>
          </a:p>
        </p:txBody>
      </p:sp>
      <p:sp>
        <p:nvSpPr>
          <p:cNvPr id="44" name="Text 34"/>
          <p:cNvSpPr txBox="1"/>
          <p:nvPr/>
        </p:nvSpPr>
        <p:spPr>
          <a:xfrm>
            <a:off x="9070848" y="5239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ação fica registrada: quem fez, quando e o quê.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 de atendimento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setor atende a sua área e só vê os próprios chamados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  · 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00E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48840"/>
            <a:ext cx="713232" cy="713232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576" y="2320016"/>
            <a:ext cx="370881" cy="37088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2240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Suporte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971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Dúvidas de uso, lentidão, erro de login, instalação de programas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34924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2148840"/>
            <a:ext cx="713232" cy="713232"/>
          </a:xfrm>
          <a:prstGeom prst="ellipse">
            <a:avLst/>
          </a:prstGeom>
          <a:solidFill>
            <a:srgbClr val="0F2238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696" y="2320016"/>
            <a:ext cx="370881" cy="37088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2240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29718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Internet, rede e VPN, impressoras, e-mail corporativo, equipamentos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4023360"/>
            <a:ext cx="534924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4400" y="4297680"/>
            <a:ext cx="713232" cy="713232"/>
          </a:xfrm>
          <a:prstGeom prst="ellipse">
            <a:avLst/>
          </a:prstGeom>
          <a:solidFill>
            <a:srgbClr val="0F2238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576" y="4468856"/>
            <a:ext cx="370881" cy="37088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828800" y="4389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914400" y="5120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Notas fiscais, reembolsos, cobranças e dados de pagamento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172200" y="4023360"/>
            <a:ext cx="534924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46520" y="4297680"/>
            <a:ext cx="713232" cy="713232"/>
          </a:xfrm>
          <a:prstGeom prst="ellipse">
            <a:avLst/>
          </a:prstGeom>
          <a:solidFill>
            <a:srgbClr val="0F2238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696" y="4468856"/>
            <a:ext cx="370881" cy="37088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60920" y="4389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6446520" y="5120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Bugs, melhorias, novas funcionalidades e integrações com outros sistemas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para melhorar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calcula automaticamente dois indicadores em cada atendimento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  · 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80160" y="3566160"/>
            <a:ext cx="9601200" cy="0"/>
          </a:xfrm>
          <a:prstGeom prst="line">
            <a:avLst/>
          </a:prstGeom>
          <a:noFill/>
          <a:ln w="25400">
            <a:solidFill>
              <a:srgbClr val="00E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2144" y="3438144"/>
            <a:ext cx="256032" cy="256032"/>
          </a:xfrm>
          <a:prstGeom prst="ellipse">
            <a:avLst/>
          </a:prstGeom>
          <a:solidFill>
            <a:srgbClr val="00E0FF"/>
          </a:solidFill>
          <a:ln w="25400">
            <a:solidFill>
              <a:srgbClr val="0A0E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registra o chamado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52744" y="3438144"/>
            <a:ext cx="256032" cy="256032"/>
          </a:xfrm>
          <a:prstGeom prst="ellipse">
            <a:avLst/>
          </a:prstGeom>
          <a:solidFill>
            <a:srgbClr val="00E0FF"/>
          </a:solidFill>
          <a:ln w="25400">
            <a:solidFill>
              <a:srgbClr val="0A0E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Assumido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agente assume o atendimento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753344" y="3438144"/>
            <a:ext cx="256032" cy="256032"/>
          </a:xfrm>
          <a:prstGeom prst="ellipse">
            <a:avLst/>
          </a:prstGeom>
          <a:solidFill>
            <a:srgbClr val="00E0FF"/>
          </a:solidFill>
          <a:ln w="25400">
            <a:solidFill>
              <a:srgbClr val="0A0E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0" y="3886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Fechado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0" y="4251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Chamado resolvido ou fechado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4688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para assumir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880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tempo o cliente espera até alguém pegar o chamado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892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total do atendimento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257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momento da abertura até o fechamento. Para chamados ainda abertos, o cálculo vai até agora.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715000"/>
            <a:ext cx="10881360" cy="502920"/>
          </a:xfrm>
          <a:prstGeom prst="roundRect">
            <a:avLst>
              <a:gd name="adj" fmla="val 25455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7607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Esses dados mostram gargalos e ajudam a gestão a distribuir melhor o time.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e qualidade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 reforçados antes da entrega, e cobertos por testes automatizados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  · 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3055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3" y="2275393"/>
            <a:ext cx="313822" cy="3138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por perfil e setor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chamado só é acessado por quem tem permissão, inclusive em ações e anexos.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9432" y="213055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273" y="227539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99432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 protegidos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99432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Arquivos com nome aleatório, tipos permitidos e download somente autorizado.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187452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02752" y="213055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593" y="227539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02752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contra CSRF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302752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de formulário exigem token vinculado à sessão do usuário.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397764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6112" y="423367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953" y="43785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96112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Senhas com hash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896112" y="5303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senhas são armazenadas com bcrypt, nunca em texto puro.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43400" y="397764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99432" y="423367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4273" y="4378513"/>
            <a:ext cx="313822" cy="31382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99432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de dados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4599432" y="5303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prioridade, setor e cadastro são conferidos antes de gravar.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046720" y="397764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16200000">
              <a:srgbClr val="00E0FF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02752" y="423367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7593" y="4378513"/>
            <a:ext cx="313822" cy="31382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302752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testes automatizados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302752" y="5303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Cobrem acesso, anexos, proteção CSRF e validações. Rodam com um comando.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e tecnologias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aplicação web simples de executar, sem servidor de banco externo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  · 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560320" cy="1097280"/>
          </a:xfrm>
          <a:prstGeom prst="roundRect">
            <a:avLst>
              <a:gd name="adj" fmla="val 11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Cliente, agente ou admin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920240"/>
            <a:ext cx="3566160" cy="1097280"/>
          </a:xfrm>
          <a:prstGeom prst="roundRect">
            <a:avLst>
              <a:gd name="adj" fmla="val 11667"/>
            </a:avLst>
          </a:prstGeom>
          <a:solidFill>
            <a:srgbClr val="121A2E"/>
          </a:solidFill>
          <a:ln w="12700">
            <a:solidFill>
              <a:srgbClr val="00E0FF"/>
            </a:solidFill>
            <a:prstDash val="solid"/>
          </a:ln>
          <a:effectLst>
            <a:outerShdw sx="100000" sy="100000" kx="0" ky="0" algn="bl" rotWithShape="0" blurRad="177800" dist="50800" dir="16200000">
              <a:srgbClr val="00E0FF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20624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 Express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Rotas, middlewares e regras de acesso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1920240"/>
            <a:ext cx="2926080" cy="1097280"/>
          </a:xfrm>
          <a:prstGeom prst="roundRect">
            <a:avLst>
              <a:gd name="adj" fmla="val 11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0" y="2057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local, criado automaticamente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468880"/>
            <a:ext cx="914400" cy="0"/>
          </a:xfrm>
          <a:prstGeom prst="line">
            <a:avLst/>
          </a:prstGeom>
          <a:noFill/>
          <a:ln w="19050">
            <a:solidFill>
              <a:srgbClr val="00E0F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18120" y="2468880"/>
            <a:ext cx="731520" cy="0"/>
          </a:xfrm>
          <a:prstGeom prst="line">
            <a:avLst/>
          </a:prstGeom>
          <a:noFill/>
          <a:ln w="19050">
            <a:solidFill>
              <a:srgbClr val="00E0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06240" y="3566160"/>
            <a:ext cx="1691640" cy="868680"/>
          </a:xfrm>
          <a:prstGeom prst="roundRect">
            <a:avLst>
              <a:gd name="adj" fmla="val 1473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36758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40050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sessão e perfis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16752" y="3566160"/>
            <a:ext cx="1691640" cy="868680"/>
          </a:xfrm>
          <a:prstGeom prst="roundRect">
            <a:avLst>
              <a:gd name="adj" fmla="val 1473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08192" y="36758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CSRF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08192" y="40050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em cada formulário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0" y="4572000"/>
            <a:ext cx="1691640" cy="868680"/>
          </a:xfrm>
          <a:prstGeom prst="roundRect">
            <a:avLst>
              <a:gd name="adj" fmla="val 1473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0" y="46817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(multer)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50109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Anexos com filtro de tipo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16752" y="4572000"/>
            <a:ext cx="1691640" cy="868680"/>
          </a:xfrm>
          <a:prstGeom prst="roundRect">
            <a:avLst>
              <a:gd name="adj" fmla="val 1473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08192" y="46817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Páginas EJS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108192" y="50109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renderizada no servidor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566160"/>
            <a:ext cx="2560320" cy="1874520"/>
          </a:xfrm>
          <a:prstGeom prst="roundRect">
            <a:avLst>
              <a:gd name="adj" fmla="val 6829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Perfis de acesso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114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95360" y="3566160"/>
            <a:ext cx="2926080" cy="1874520"/>
          </a:xfrm>
          <a:prstGeom prst="roundRect">
            <a:avLst>
              <a:gd name="adj" fmla="val 6829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78240" y="3703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 principais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778240" y="41148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chamados, mensagens, anexos, histórico, usuários, setores e assuntos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669280"/>
            <a:ext cx="10881360" cy="548640"/>
          </a:xfrm>
          <a:prstGeom prst="roundRect">
            <a:avLst>
              <a:gd name="adj" fmla="val 23333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22+  ·  Express 4  ·  EJS  ·  SQLite (node:sqlite)  ·  bcryptjs  ·  multer  ·  csrf-sync  ·  dotenv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 na empresa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forma informal para um processo com dono, prazo e registro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  · 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4206240"/>
          </a:xfrm>
          <a:prstGeom prst="roundRect">
            <a:avLst>
              <a:gd name="adj" fmla="val 3043"/>
            </a:avLst>
          </a:prstGeom>
          <a:solidFill>
            <a:srgbClr val="121A2E"/>
          </a:solidFill>
          <a:ln w="12700">
            <a:solidFill>
              <a:srgbClr val="FF5C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0F2238"/>
          </a:solidFill>
          <a:ln w="12700">
            <a:solidFill>
              <a:srgbClr val="FF5C7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" y="23481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06324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chegam por e-mail, WhatsApp e ligações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sabe quem está cuidando do problema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precisa cobrar retorno para saber o status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 é decidida no improviso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gestão não tem dados para planejar o time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17920" y="1874520"/>
            <a:ext cx="5349240" cy="4206240"/>
          </a:xfrm>
          <a:prstGeom prst="roundRect">
            <a:avLst>
              <a:gd name="adj" fmla="val 3043"/>
            </a:avLst>
          </a:prstGeom>
          <a:solidFill>
            <a:srgbClr val="121A2E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77800" dist="50800" dir="16200000">
              <a:srgbClr val="00E0F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194560"/>
            <a:ext cx="640080" cy="640080"/>
          </a:xfrm>
          <a:prstGeom prst="ellipse">
            <a:avLst/>
          </a:prstGeom>
          <a:solidFill>
            <a:srgbClr val="0F2238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579" y="23481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40664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306324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único canal para toda solicitação de TI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chamado tem responsável e histórico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acompanha o status sem precisar perguntar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Prioridades definidas e registradas no sistema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Tempos de atendimento disponíveis para a gestão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implantação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gradual, começando por um setor, para ajustar antes de ampliar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  · 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63040" y="2606040"/>
            <a:ext cx="9052560" cy="0"/>
          </a:xfrm>
          <a:prstGeom prst="line">
            <a:avLst/>
          </a:prstGeom>
          <a:noFill/>
          <a:ln w="19050">
            <a:solidFill>
              <a:srgbClr val="00E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240280"/>
            <a:ext cx="731520" cy="731520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605" y="2415845"/>
            <a:ext cx="380390" cy="3803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3291840"/>
            <a:ext cx="2560320" cy="2651760"/>
          </a:xfrm>
          <a:prstGeom prst="roundRect">
            <a:avLst>
              <a:gd name="adj" fmla="val 5000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749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2062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o sistema em um setor, com poucos clientes, para testar o fluxo na prática.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06240" y="2240280"/>
            <a:ext cx="731520" cy="731520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805" y="2415845"/>
            <a:ext cx="380390" cy="38039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383280" y="3291840"/>
            <a:ext cx="2560320" cy="2651760"/>
          </a:xfrm>
          <a:prstGeom prst="roundRect">
            <a:avLst>
              <a:gd name="adj" fmla="val 5000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611880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611880" y="3749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3611880" y="42062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Apresentar o sistema para agentes e clientes, com um guia rápido de uso.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949440" y="2240280"/>
            <a:ext cx="731520" cy="731520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05" y="2415845"/>
            <a:ext cx="380390" cy="38039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126480" y="3291840"/>
            <a:ext cx="2560320" cy="2651760"/>
          </a:xfrm>
          <a:prstGeom prst="roundRect">
            <a:avLst>
              <a:gd name="adj" fmla="val 5000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355080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355080" y="3749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Adoção</a:t>
            </a:r>
            <a:endParaRPr lang="en-US" sz="1900" dirty="0"/>
          </a:p>
        </p:txBody>
      </p:sp>
      <p:sp>
        <p:nvSpPr>
          <p:cNvPr id="23" name="Text 18"/>
          <p:cNvSpPr txBox="1"/>
          <p:nvPr/>
        </p:nvSpPr>
        <p:spPr>
          <a:xfrm>
            <a:off x="6355080" y="42062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Tornar o painel o canal oficial. Pedidos fora dele passam a ser redirecionados.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9692640" y="2240280"/>
            <a:ext cx="731520" cy="731520"/>
          </a:xfrm>
          <a:prstGeom prst="ellipse">
            <a:avLst/>
          </a:prstGeom>
          <a:solidFill>
            <a:srgbClr val="0F2238"/>
          </a:solidFill>
          <a:ln w="12700">
            <a:solidFill>
              <a:srgbClr val="00E0F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8205" y="2415845"/>
            <a:ext cx="380390" cy="38039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869680" y="3291840"/>
            <a:ext cx="2560320" cy="2651760"/>
          </a:xfrm>
          <a:prstGeom prst="roundRect">
            <a:avLst>
              <a:gd name="adj" fmla="val 5000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098280" y="3474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9098280" y="3749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</a:t>
            </a:r>
            <a:endParaRPr lang="en-US" sz="1900" dirty="0"/>
          </a:p>
        </p:txBody>
      </p:sp>
      <p:sp>
        <p:nvSpPr>
          <p:cNvPr id="29" name="Text 23"/>
          <p:cNvSpPr txBox="1"/>
          <p:nvPr/>
        </p:nvSpPr>
        <p:spPr>
          <a:xfrm>
            <a:off x="9098280" y="42062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Levar para todos os setores e começar a usar os indicadores na gestão.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Melhorias que podem entrar depois da primeira versão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503920" y="6355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  ·  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3055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53" y="2275393"/>
            <a:ext cx="313822" cy="3138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Notificações por e-mail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 ao cliente e ao agente a cada mudança de status.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87452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9432" y="213055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273" y="2275393"/>
            <a:ext cx="313822" cy="31382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99432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exportáveis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99432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Planilhas e PDFs com chamados e tempos por setor.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046720" y="187452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02752" y="213055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7593" y="2275393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02752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Prazos de atendimento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302752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quando um chamado passa do prazo esperado.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" y="397764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6112" y="423367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953" y="4378513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96112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 em servidor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896112" y="5303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Migrar para MySQL ou PostgreSQL quando houver muitos usuários.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343400" y="397764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99432" y="423367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4273" y="4378513"/>
            <a:ext cx="313822" cy="31382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599432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corporativo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4599432" y="5303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com a conta da empresa, sem cadastro separado.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8046720" y="3977640"/>
            <a:ext cx="3474720" cy="1920240"/>
          </a:xfrm>
          <a:prstGeom prst="roundRect">
            <a:avLst>
              <a:gd name="adj" fmla="val 6667"/>
            </a:avLst>
          </a:prstGeom>
          <a:solidFill>
            <a:srgbClr val="121A2E"/>
          </a:solidFill>
          <a:ln w="12700">
            <a:solidFill>
              <a:srgbClr val="22345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302752" y="4233672"/>
            <a:ext cx="603504" cy="603504"/>
          </a:xfrm>
          <a:prstGeom prst="ellipse">
            <a:avLst/>
          </a:prstGeom>
          <a:solidFill>
            <a:srgbClr val="0F2238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7593" y="4378513"/>
            <a:ext cx="313822" cy="31382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302752" y="4937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gráfico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302752" y="5303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 de volume, tempos e carga de cada agente.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e discussão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1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 Delgado  ·  Lucas Amado  ·  Phenrir Calle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Chamados  ·  Help Desk em Node.js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Painel de Chamados</dc:title>
  <dc:subject>Apresentacao do sistema de Help Desk</dc:subject>
  <dc:creator>PptxGenJS</dc:creator>
  <cp:lastModifiedBy>PptxGenJS</cp:lastModifiedBy>
  <cp:revision>1</cp:revision>
  <dcterms:created xsi:type="dcterms:W3CDTF">2026-10-25T21:35:42Z</dcterms:created>
  <dcterms:modified xsi:type="dcterms:W3CDTF">2026-10-25T21:35:42Z</dcterms:modified>
</cp:coreProperties>
</file>